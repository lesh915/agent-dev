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43358"/>
          </a:solidFill>
          <a:ln w="12700">
            <a:solidFill>
              <a:srgbClr val="24335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114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에이전트 시대의 환경 설계 기술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하네스 엔지니어링 입문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2971800"/>
            <a:ext cx="3200400" cy="36576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3246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출처: wikidocs.net/book/19559  |  저자: Gaeul  |  2026년 4월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20840" y="5029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자료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Hashimoto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720840" y="13898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6단계 도입 여정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20840" y="20116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720840" y="23042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AGENTS.md 설계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2926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Fowler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20840" y="3218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가이드/센서 분류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엔지니어링의 3단계 진화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60120"/>
            <a:ext cx="2788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60120"/>
            <a:ext cx="2788920" cy="7315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1단계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프롬프트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20040" y="1874520"/>
            <a:ext cx="260604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892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"이 함수 버그 고쳐줘."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2487168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 하나, 출력 하나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 종료 시 기억 없음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개발자의 설명 능력 중요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60120"/>
            <a:ext cx="2788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60120"/>
            <a:ext cx="278892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07899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2단계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컨텍스트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291840" y="1874520"/>
            <a:ext cx="260604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892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[파일 3개] + "인증 모듈 추가해줘."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2487168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파일+배경 함께 제공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세션 종료 시 컨텍스트 소멸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준비 비용 발생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72200" y="960120"/>
            <a:ext cx="2788920" cy="3886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72200" y="960120"/>
            <a:ext cx="2788920" cy="73152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078992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3단계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에이전트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263640" y="1874520"/>
            <a:ext cx="2606040" cy="50292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1892808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 올려줘."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2487168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탐색·코드 작성·PR 자동화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 개입 최소화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환경 설계 능력이 핵심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단계가 올라갈수록 AI 자율성 증가 → 하네스의 필요성 증가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하네스 없이 에이전트를 혼자 두면?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05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Convention Drift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 스타일 불일치 — PR마다 스타일이 달라 리뷰 비용 증가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1673352"/>
            <a:ext cx="86868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8600" y="182880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828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1783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구조 무시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10312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모듈 간 경계 무시, 당장은 동작하나 나중에 고치기 어려운 코드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8600" y="2450592"/>
            <a:ext cx="86868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8600" y="260604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860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2560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같은 실수 반복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88036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이전 대화를 기억하지 않아 규칙 미문서화 시 반복 실수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8600" y="3227832"/>
            <a:ext cx="86868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8600" y="338328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337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파일 누적 현상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65760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utils2.py, helpers_new.js 등 정체 불명 파일 축적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4005072"/>
            <a:ext cx="868680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28600" y="416052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8600" y="4160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77240" y="41148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 Anxiety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77240" y="4434840"/>
            <a:ext cx="8046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컨텍스트 한계 감지 시 테스트 생략·TODO만 남기고 완료 처리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28600" y="4709160"/>
            <a:ext cx="8686800" cy="3200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470916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"에이전트는 지시받은 것만 압니다. 말하지 않은 규칙은 존재하지 않습니다."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243358"/>
          </a:solidFill>
          <a:ln w="12700">
            <a:solidFill>
              <a:srgbClr val="2433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657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하네스 엔지니어링이란?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058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 Engineering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0040" y="15087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코딩 에이전트가 올바르게 동작하도록</a:t>
            </a:r>
            <a:endParaRPr lang="en-US" sz="17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환경을 설계하는 기술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274320" y="2606040"/>
            <a:ext cx="4023360" cy="731520"/>
          </a:xfrm>
          <a:prstGeom prst="rect">
            <a:avLst/>
          </a:prstGeom>
          <a:solidFill>
            <a:srgbClr val="152035"/>
          </a:solidFill>
          <a:ln w="12700">
            <a:solidFill>
              <a:srgbClr val="1520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260604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말의 힘을 억누르는 게 아니라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"원하는 방향으로 이끄는 장치"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20040" y="3520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원칙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3822192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"에이전트를 바꾸는 게 아니라,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에이전트가 일하는 환경을 바꾼다."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800600" y="3657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하네스가 아닌 것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160520" cy="1097280"/>
          </a:xfrm>
          <a:prstGeom prst="rect">
            <a:avLst/>
          </a:prstGeom>
          <a:solidFill>
            <a:srgbClr val="1520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960120"/>
            <a:ext cx="54864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1051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프롬프트 엔지니어링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39903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입력을 개선. 하네스는 환경을 설계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4160520" cy="1097280"/>
          </a:xfrm>
          <a:prstGeom prst="rect">
            <a:avLst/>
          </a:prstGeom>
          <a:solidFill>
            <a:srgbClr val="1520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2194560"/>
            <a:ext cx="54864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22860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코딩 컨벤션 문서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63347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사람을 위한 문서. 하네스는 에이전트가 읽고 따르는 구조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3429000"/>
            <a:ext cx="4160520" cy="1097280"/>
          </a:xfrm>
          <a:prstGeom prst="rect">
            <a:avLst/>
          </a:prstGeom>
          <a:solidFill>
            <a:srgbClr val="152035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54880" y="3429000"/>
            <a:ext cx="54864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3520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CI/CD 파이프라인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3867912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하네스의 일부가 될 수 있지만 전체는 아님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Hashimoto의 6단계 AI 도입 여정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583680" y="0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HashiCorp 공동 창업자 · Ghostty 개발자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960120"/>
            <a:ext cx="2816352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60120"/>
            <a:ext cx="281635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38328" y="10972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1097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자동완성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38328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 코드 한 줄 제안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" y="2167128"/>
            <a:ext cx="260604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3192" y="21671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병목: 프롬프트 작성 능력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172968" y="960120"/>
            <a:ext cx="2816352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172968" y="960120"/>
            <a:ext cx="281635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82696" y="10972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82696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67328" y="1097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코드 생성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82696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명시적 요청 → 결과 수령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82696" y="2167128"/>
            <a:ext cx="260604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37560" y="21671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병목: 프롬프트 작성 능력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7336" y="960120"/>
            <a:ext cx="2816352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17336" y="960120"/>
            <a:ext cx="2816352" cy="640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27064" y="1097280"/>
            <a:ext cx="384048" cy="384048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27064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711696" y="10972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7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인터랙티브 편집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227064" y="16002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 열어두고 AI와 함께 수정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27064" y="2167128"/>
            <a:ext cx="2606040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81928" y="216712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병목: 컨텍스트 준비 비용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28600" y="2880360"/>
            <a:ext cx="2816352" cy="1691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28600" y="2880360"/>
            <a:ext cx="2816352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8328" y="301752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22960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단일 에이전트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38328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스스로 파일 탐색·코드·테스트 실행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38328" y="4087368"/>
            <a:ext cx="26060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3192" y="4087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병목: 에이전트 방향 설정 ⚠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172968" y="2880360"/>
            <a:ext cx="2816352" cy="1691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3172968" y="2880360"/>
            <a:ext cx="2816352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82696" y="301752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82696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3767328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병렬 에이전트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3282696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여러 에이전트 동시 작업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282696" y="4087368"/>
            <a:ext cx="26060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4087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병목: 일관성·재발 방지 구조 ⚠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17336" y="2880360"/>
            <a:ext cx="2816352" cy="1691640"/>
          </a:xfrm>
          <a:prstGeom prst="rect">
            <a:avLst/>
          </a:prstGeom>
          <a:solidFill>
            <a:srgbClr val="1A2744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17336" y="2880360"/>
            <a:ext cx="2816352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227064" y="3017520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27064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711696" y="30175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자율 에이전트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227064" y="352044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이슈→PR 전 과정 자율 처리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227064" y="4087368"/>
            <a:ext cx="2606040" cy="34747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81928" y="40873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병목: 하네스 필수 ⚠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228600" y="4773168"/>
            <a:ext cx="8686800" cy="2743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0040" y="4773168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"에이전트가 실수했을 때, 그 실수가 구조적으로 재발 불가능하도록 만든다."  — Hashimoto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하네스의 4가지 구성요소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914400"/>
            <a:ext cx="54864" cy="1828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93192" y="10241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① 지시 문서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93192" y="14173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AGENTS.md / CLAUDE.md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71907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에이전트가 작업 시작 전 읽는 매뉴얼. 코드 스타일, 네이밍 규칙, 금지 파일·디렉토리, PR 작성 방식 등을 명시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90872" y="91440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914400"/>
            <a:ext cx="54864" cy="18288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55464" y="102412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21B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② 아키텍처 제약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855464" y="141732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린터, 타입 검사, 디렉토리 규칙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55464" y="171907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코드가 저장·병합되기 전 자동 검사. 허용되지 않는 import 경로 차단, 잘못된 패턴 자동 교정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28600" y="292608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28600" y="2926080"/>
            <a:ext cx="54864" cy="18288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" y="30358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③ 피드백 루프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93192" y="34290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가이드(Guide) + 센서(Sensor)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" y="373075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가이드: 올바른 방향 안내(테스트, 예제)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센서: 잘못된 행동 감지(CI 실패, 린터 경고)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90872" y="2926080"/>
            <a:ext cx="42519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90872" y="2926080"/>
            <a:ext cx="54864" cy="18288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55464" y="3035808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4530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④ 지식 저장소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4855464" y="342900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 디렉토리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55464" y="3730752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팀의 결정·채택 이유·포기한 대안을 기록. 에이전트가 매 세션 백지로 시작하는 공백을 채움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28600" y="4892040"/>
            <a:ext cx="8686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지시문서 → 방향 인지  |  아키텍처 제약 → 잘못된 코드 차단  |  피드백 루프 → 즉시 교정  |  지식 저장소 → 이유 보존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가비지 컬렉션 — 드리프트 방지 자동화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하네스를 구축해도 시간이 지나면 흐트러집니다. 이를 드리프트(Drift)라 하며, 자동으로 감지·정리하는 장치가 가비지 컬렉션입니다.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28600" y="14173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141732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코드 드리프트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증상: 미사용 함수·죽은 import 누적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8328" y="2514600"/>
            <a:ext cx="2523744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3192" y="2514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도구: vulture (Python), ts-prune (TS)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154680" y="14173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417320"/>
            <a:ext cx="2743200" cy="54864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369A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문서 드리프트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증상: AGENTS.md 규칙이 실제와 불일치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2514600"/>
            <a:ext cx="2523744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2514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도구: check_docs_drift.py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80760" y="1417320"/>
            <a:ext cx="274320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80760" y="1417320"/>
            <a:ext cx="27432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508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구조 드리프트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217920" y="192024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증상: temp_, _new, _backup 파일 축적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90488" y="2514600"/>
            <a:ext cx="2523744" cy="34747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45352" y="25146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도구: check_structure.py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28600" y="3639312"/>
            <a:ext cx="425196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7033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 자동화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65760" y="40233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schedule: cron '0 9 * * 1'  # 매주 월요일 09:00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vulture src/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python check_docs_drift.py</a:t>
            </a:r>
            <a:endParaRPr lang="en-US" sz="10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 python check_structure.py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3639312"/>
            <a:ext cx="4251960" cy="1325880"/>
          </a:xfrm>
          <a:prstGeom prst="rect">
            <a:avLst/>
          </a:prstGeom>
          <a:solidFill>
            <a:srgbClr val="0A1628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7033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AGENTS.md 정리 규칙 추가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4023360"/>
            <a:ext cx="3977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임시 파일은 작업 완료 즉시 삭제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temp_, _new, _old 이름 금지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미사용 import 즉시 제거</a:t>
            </a:r>
            <a:endParaRPr lang="en-US" sz="11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디버그 코드는 PR 전 삭제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43358"/>
          </a:solidFill>
          <a:ln w="12700">
            <a:solidFill>
              <a:srgbClr val="2433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요약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하네스 엔지니어링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664208"/>
            <a:ext cx="36576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8249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에이전트 자율성이 높아질수록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9385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하네스의 필요성도 높아진다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441448"/>
            <a:ext cx="36576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45973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입력(프롬프트)을 개선하는 게 아니라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27157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환경(구조)을 설계한다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74320" y="3218688"/>
            <a:ext cx="36576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323697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실수를 고치는 것을 넘어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4930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구조적으로 재발 불가능하게 만든다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274320" y="3995928"/>
            <a:ext cx="36576" cy="5943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014216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하네스도 코드처럼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27024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정기적으로 관리해야 한다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37960" y="365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4가지 구성요소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37960" y="914400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지시 문서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537960" y="1572768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아키텍처 제약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37960" y="2231136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피드백 루프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37960" y="2889504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지식 저장소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37960" y="3547872"/>
            <a:ext cx="2423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가비지 컬렉션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0" y="4892040"/>
            <a:ext cx="640080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" y="4892040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"에이전트를 바꾸는 게 아니라, 에이전트가 일하는 환경을 바꾼다."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하네스 엔지니어링 입문</dc:title>
  <dc:subject>PptxGenJS Presentation</dc:subject>
  <dc:creator>PptxGenJS</dc:creator>
  <cp:lastModifiedBy>PptxGenJS</cp:lastModifiedBy>
  <cp:revision>1</cp:revision>
  <dcterms:created xsi:type="dcterms:W3CDTF">2026-04-28T14:59:06Z</dcterms:created>
  <dcterms:modified xsi:type="dcterms:W3CDTF">2026-04-28T14:59:06Z</dcterms:modified>
</cp:coreProperties>
</file>