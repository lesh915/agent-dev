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66928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0292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에이전트 시대의 환경 설계 기술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00584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하네스 엔지니어링</a:t>
            </a:r>
            <a:endParaRPr lang="en-US" sz="4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입문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11480" y="2926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Engineering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11480" y="3547872"/>
            <a:ext cx="292608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37947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wikidocs.net/book/19559  |  저자: Gaeul  |  2026년 4월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897880" y="4114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참고자료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870448" y="960120"/>
            <a:ext cx="3063240" cy="11430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870448" y="960120"/>
            <a:ext cx="64008" cy="1143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53328" y="1051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Hashimoto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53328" y="13624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 경험담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53328" y="1600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6단계 도입 여정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재발 방지 구조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870448" y="2258568"/>
            <a:ext cx="3063240" cy="11430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70448" y="2258568"/>
            <a:ext cx="64008" cy="11430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53328" y="23500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OpenAI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53328" y="266090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 실험 보고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53328" y="28986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 설계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하네스 용어 정의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870448" y="3557016"/>
            <a:ext cx="3063240" cy="11430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870448" y="3557016"/>
            <a:ext cx="64008" cy="114300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53328" y="36484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Martin Fowler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053328" y="39593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 관점 분류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53328" y="419709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가이드/센서 분류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가비지 컬렉션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엔지니어링의 3단계 진화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2788920" cy="40233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68680"/>
            <a:ext cx="2788920" cy="640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" y="987552"/>
            <a:ext cx="2569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1단계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프롬프트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38328" y="1764792"/>
            <a:ext cx="2569464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783080"/>
            <a:ext cx="2459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"이 함수 버그 고쳐줘."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233172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하나, 출력 하나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대화 종료 시 기억 없음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개발자의 설명 능력 중요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172968" y="868680"/>
            <a:ext cx="2788920" cy="40233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72968" y="868680"/>
            <a:ext cx="278892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82696" y="987552"/>
            <a:ext cx="2569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2단계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컨텍스트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282696" y="1764792"/>
            <a:ext cx="2569464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783080"/>
            <a:ext cx="2459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[파일 3개] + "인증 모듈 추가해줘."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10128" y="233172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파일+배경 함께 제공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 종료 시 컨텍스트 소멸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컨텍스트 준비 비용 발생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17336" y="868680"/>
            <a:ext cx="2788920" cy="40233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17336" y="868680"/>
            <a:ext cx="2788920" cy="6400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27064" y="987552"/>
            <a:ext cx="2569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3단계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에이전트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227064" y="1764792"/>
            <a:ext cx="2569464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81928" y="1783080"/>
            <a:ext cx="2459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 올려줘."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54496" y="233172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탐색·코드 작성·PR 자동화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 개입 최소화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환경 설계 능력이 핵심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82803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단계가 올라갈수록 AI 자율성 증가 → 하네스의 필요성도 함께 증가합니다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하네스 없이 에이전트를 혼자 두면?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32688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32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896112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Convention Drift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121615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스타일 불일치 — PR마다 스타일이 달라 리뷰 비용 증가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28600" y="1527048"/>
            <a:ext cx="8686800" cy="11887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682496"/>
            <a:ext cx="384048" cy="384048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9808" y="1645920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369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구조 무시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49808" y="19659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모듈 간 경계 무시, 당장은 동작하나 나중에 고치기 어려운 코드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28600" y="2276856"/>
            <a:ext cx="8686800" cy="11887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" y="2432304"/>
            <a:ext cx="384048" cy="384048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2432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49808" y="2395728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같은 실수 반복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49808" y="27157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이전 대화를 기억하지 않아 규칙 미문서화 시 반복 실수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28600" y="3026664"/>
            <a:ext cx="8686800" cy="11887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3182112"/>
            <a:ext cx="384048" cy="38404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3182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9808" y="3145536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파일 누적 현상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49808" y="346557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utils2.py, helpers_new.js 등 정체 불명 파일이 계속 축적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28600" y="3776472"/>
            <a:ext cx="8686800" cy="11887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" y="3931920"/>
            <a:ext cx="384048" cy="38404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49808" y="3895344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Anxiety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49808" y="42153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컨텍스트 한계 감지 시 테스트 생략·TODO만 남기고 완료 처리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28600" y="4736592"/>
            <a:ext cx="8686800" cy="329184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4736592"/>
            <a:ext cx="8449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원인: "에이전트는 지시받은 것만 압니다. 말하지 않은 규칙은 존재하지 않습니다."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하네스 엔지니어링이란?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5029200" cy="41605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68680"/>
            <a:ext cx="64008" cy="41605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875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정의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4572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코딩 에이전트가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올바르게 동작하도록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환경을 설계하는 기술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11480" y="2788920"/>
            <a:ext cx="4663440" cy="68580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83464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말의 힘을 억누르는 게 아니라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"원하는 방향으로 이끄는 장치"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611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원칙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913632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"에이전트를 바꾸는 게 아니라,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에이전트가 일하는 환경을 바꾼다."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532120" y="8961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하네스가 아닌 것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0" y="1298448"/>
            <a:ext cx="3429000" cy="10515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0" y="1298448"/>
            <a:ext cx="54864" cy="1051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50992" y="1389888"/>
            <a:ext cx="31455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프롬프트 엔지니어링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50992" y="1719072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입력을 개선하는 기술.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하네스는 환경을 설계하는 기술.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0" y="2505456"/>
            <a:ext cx="3429000" cy="10515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0" y="2505456"/>
            <a:ext cx="54864" cy="105156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50992" y="2596896"/>
            <a:ext cx="31455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코딩 컨벤션 문서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50992" y="2926080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사람을 위한 문서.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하네스는 에이전트가 읽고 따르는 구조.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0" y="3712464"/>
            <a:ext cx="3429000" cy="10515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0" y="3712464"/>
            <a:ext cx="54864" cy="105156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3803904"/>
            <a:ext cx="31455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CI/CD 파이프라인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50992" y="4133088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하네스의 일부가 될 수 있지만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하네스 전체는 아님.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Hashimoto의 6단계 AI 도입 여정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HashiCorp 공동 창업자 · Ghostty 개발자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01168" y="822960"/>
            <a:ext cx="2816352" cy="16916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822960"/>
            <a:ext cx="2816352" cy="640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0896" y="960120"/>
            <a:ext cx="384048" cy="384048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" y="960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9601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자동완성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0896" y="1444752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코드 한 줄 제안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0896" y="2039112"/>
            <a:ext cx="2596896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039112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병목: 프롬프트 작성 능력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45536" y="822960"/>
            <a:ext cx="2816352" cy="16916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45536" y="822960"/>
            <a:ext cx="2816352" cy="640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55264" y="960120"/>
            <a:ext cx="384048" cy="384048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55264" y="960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749040" y="9601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코드 생성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55264" y="1444752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명시적 요청 → 결과 수령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55264" y="2039112"/>
            <a:ext cx="2596896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10128" y="2039112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병목: 프롬프트 작성 능력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89904" y="822960"/>
            <a:ext cx="2816352" cy="16916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89904" y="822960"/>
            <a:ext cx="2816352" cy="640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99632" y="960120"/>
            <a:ext cx="384048" cy="384048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99632" y="960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93408" y="9601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인터랙티브 편집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199632" y="1444752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열어두고 AI와 함께 수정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99632" y="2039112"/>
            <a:ext cx="2596896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54496" y="2039112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병목: 컨텍스트 준비 비용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01168" y="2743200"/>
            <a:ext cx="2816352" cy="16916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01168" y="2743200"/>
            <a:ext cx="2816352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0896" y="288036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0896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04672" y="28803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단일 에이전트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10896" y="3364992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파일 탐색·코드·테스트 실행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10896" y="3959352"/>
            <a:ext cx="2596896" cy="329184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3959352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병목: 에이전트 방향 설정 ⚠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145536" y="2743200"/>
            <a:ext cx="2816352" cy="16916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145536" y="2743200"/>
            <a:ext cx="2816352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55264" y="288036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55264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3749040" y="28803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병렬 에이전트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3255264" y="3364992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에이전트 동시 작업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255264" y="3959352"/>
            <a:ext cx="2596896" cy="329184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10128" y="3959352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병목: 일관성·재발 방지 구조 ⚠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089904" y="2743200"/>
            <a:ext cx="2816352" cy="16916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089904" y="2743200"/>
            <a:ext cx="2816352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99632" y="288036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99632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693408" y="28803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자율 에이전트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199632" y="3364992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이슈→PR 전 과정 자율 처리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199632" y="3959352"/>
            <a:ext cx="2596896" cy="329184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54496" y="3959352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병목: 하네스 필수 ⚠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0" y="4809744"/>
            <a:ext cx="9144000" cy="329184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0040" y="4809744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"에이전트가 실수했을 때, 그 실수가 구조적으로 재발 불가능하도록 만든다."  — Hashimoto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하네스의 4가지 구성요소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01168" y="822960"/>
            <a:ext cx="4261104" cy="190195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" y="822960"/>
            <a:ext cx="64008" cy="19019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932688"/>
            <a:ext cx="3968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  지시 문서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84048" y="1335024"/>
            <a:ext cx="39684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AGENTS.md / CLAUDE.md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4048" y="1627632"/>
            <a:ext cx="39684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에이전트가 작업 시작 전 읽는 매뉴얼.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스타일, 네이밍 규칙, 금지 파일·디렉토리, PR 작성 방식 등을 명시합니다.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822960"/>
            <a:ext cx="4261104" cy="190195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822960"/>
            <a:ext cx="64008" cy="190195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932688"/>
            <a:ext cx="3968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  아키텍처 제약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846320" y="1335024"/>
            <a:ext cx="39684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린터, 타입 검사, 디렉토리 규칙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0" y="1627632"/>
            <a:ext cx="39684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코드가 저장·병합되기 전 자동 검사.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허용되지 않는 import 경로 차단, 잘못된 패턴 자동 교정.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01168" y="2880360"/>
            <a:ext cx="4261104" cy="190195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1168" y="2880360"/>
            <a:ext cx="64008" cy="190195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990088"/>
            <a:ext cx="3968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369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  피드백 루프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84048" y="3392424"/>
            <a:ext cx="39684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가이드(Guide) + 센서(Sensor)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4048" y="3685032"/>
            <a:ext cx="39684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가이드: 올바른 방향 안내 (테스트, 예제)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센서: 잘못된 행동 감지 (CI 실패, 린터 경고)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63440" y="2880360"/>
            <a:ext cx="4261104" cy="190195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880360"/>
            <a:ext cx="64008" cy="19019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990088"/>
            <a:ext cx="3968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  지식 저장소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846320" y="3392424"/>
            <a:ext cx="39684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 디렉토리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3685032"/>
            <a:ext cx="39684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팀의 결정·채택 이유·포기한 대안을 기록.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에이전트가 매 세션 백지로 시작하는 공백을 채웁니다.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" y="484632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지시문서 → 방향 인지   |   아키텍처 제약 → 잘못된 코드 차단   |   피드백 루프 → 즉시 교정   |   지식 저장소 → 이유 보존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가비지 컬렉션 — 드리프트 방지 자동화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하네스를 구축해도 시간이 지나면 흐트러집니다. 이를 드리프트(Drift)라 하며, 자동으로 감지·정리하는 장치가 가비지 컬렉션입니다.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01168" y="1298448"/>
            <a:ext cx="2788920" cy="2029968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1298448"/>
            <a:ext cx="278892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408176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코드 드리프트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38328" y="17830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증상: 미사용 함수·죽은 import 누적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0896" y="2377440"/>
            <a:ext cx="2569464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37744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도구: vulture (Python), ts-prune (TS)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45536" y="1298448"/>
            <a:ext cx="2788920" cy="2029968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45536" y="1298448"/>
            <a:ext cx="2788920" cy="5486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82696" y="1408176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69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문서 드리프트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82696" y="17830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증상: AGENTS.md 규칙이 실제와 불일치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55264" y="2377440"/>
            <a:ext cx="2569464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0128" y="237744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도구: check_docs_drift.py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9904" y="1298448"/>
            <a:ext cx="2788920" cy="2029968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9904" y="1298448"/>
            <a:ext cx="2788920" cy="54864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27064" y="1408176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구조 드리프트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27064" y="17830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증상: temp_, _new, _backup 파일 축적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99632" y="2377440"/>
            <a:ext cx="2569464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54496" y="237744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도구: check_structure.py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01168" y="3456432"/>
            <a:ext cx="4261104" cy="15544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352958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Actions 자동화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3840480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schedule: cron '0 9 * * 1'   # 매주 월요일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 vulture src/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 python check_docs_drift.py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 python check_structure.py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81728" y="3456432"/>
            <a:ext cx="4261104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1728" y="3456432"/>
            <a:ext cx="64008" cy="1554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529584"/>
            <a:ext cx="3950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AGENTS.md 정리 규칙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46320" y="3858768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임시 파일은 작업 완료 즉시 삭제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temp_, _new, _old 이름 사용 금지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미사용 import는 즉시 제거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디버그 코드는 PR 전 반드시 삭제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92608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47472" y="658368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하네스 엔지니어링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47472" y="1371600"/>
            <a:ext cx="548640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2608" y="1545336"/>
            <a:ext cx="4572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527048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 자율성이 높아질수록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75488" y="1810512"/>
            <a:ext cx="5577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하네스의 필요성도 높아진다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92608" y="2350008"/>
            <a:ext cx="4572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33172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입력(프롬프트)을 개선하는 게 아니라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5488" y="2615184"/>
            <a:ext cx="5577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환경(구조)을 설계한다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92608" y="3154680"/>
            <a:ext cx="4572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3136392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실수를 고치는 것을 넘어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75488" y="3419856"/>
            <a:ext cx="5577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구조적으로 재발 불가능하게 만든다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92608" y="3959352"/>
            <a:ext cx="4572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941064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하네스도 코드처럼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75488" y="4224528"/>
            <a:ext cx="5577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정기적으로 점검·관리해야 한다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82512" y="384048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4가지 구성요소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55080" y="914400"/>
            <a:ext cx="36576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914400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지시 문서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55080" y="1609344"/>
            <a:ext cx="36576" cy="41148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1609344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아키텍처 제약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55080" y="2304288"/>
            <a:ext cx="36576" cy="41148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2304288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피드백 루프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55080" y="2999232"/>
            <a:ext cx="36576" cy="4114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2999232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지식 저장소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55080" y="3694176"/>
            <a:ext cx="36576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3694176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(+) 가비지 컬렉션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0" y="4864608"/>
            <a:ext cx="621792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2880" y="486460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"에이전트를 바꾸는 게 아니라, 에이전트가 일하는 환경을 바꾼다."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하네스 엔지니어링 입문</dc:title>
  <dc:subject>PptxGenJS Presentation</dc:subject>
  <dc:creator>PptxGenJS</dc:creator>
  <cp:lastModifiedBy>PptxGenJS</cp:lastModifiedBy>
  <cp:revision>1</cp:revision>
  <dcterms:created xsi:type="dcterms:W3CDTF">2026-04-28T15:27:25Z</dcterms:created>
  <dcterms:modified xsi:type="dcterms:W3CDTF">2026-04-28T15:27:25Z</dcterms:modified>
</cp:coreProperties>
</file>